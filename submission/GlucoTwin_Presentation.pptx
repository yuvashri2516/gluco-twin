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01 / 19  |  HAPPIEST HEALTH DIGITAL TWIN CHALLENGE — PHASE 1 PROOF-OF-CONCEPT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GlucoTwin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An Intelligent Predictive Digital Twin for Proactive Glucose-Risk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Project Lead / Author: Yuvashri2516 [Team Information Pending User Confirmation]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Live Web Application: https://gluco-twin-eta.vercel.app/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Live Production API: https://gluco-twin.onrender.com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Open Source Repository: https://github.com/Yuvashri2516/Gluco-Twin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Demo Video Link: [Demo Video URL Pending Final Recording — See Checklist]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Notice: Research Prototype Built with Clinically Modeled Synthetic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02 / 19  |  CLINICAL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Problem Statement &amp; Clinical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The Reactive Paradox of Modern Diabetes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Delayed Intervention: Traditional CGM alerts trigger only AFTER acute excursions occur (hypoglycemia &lt; 70 mg/dL or hyperglycemia &gt;= 180 mg/dL).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Fragmented Data Silos: Electronic health records (EHR labs, genetic markers) rarely communicate with real-time wearable streams.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Autonomic Blind Spots: Glycemic variability directly impacts cardiac autonomic regulation (HR/HRV), but vital signs are monitored in isolation.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Cognitive Burden: Patients and clinicians lack transparent, counterfactual forecasting to understand the forward impact of meals and exercise.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03 / 19  |  TARGET AUDIENCE &amp; CLINICAL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Healthcare Use Case &amp; Target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Proactive Surveillance for Outpatient &amp; Clinical Care Teams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Endocrinology &amp; Primary Care Teams: Continuous surveillance of high-risk diabetic cohorts with triage prioritization.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Certified Diabetes Care &amp; Education Specialists (CDCES): Patient education using transparent feature contribution breakdowns.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Outpatient Remote Monitoring: Early notification of impending glycemic excursions 120 minutes before clinical threshold breaches.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Strict Non-Prescriptive Scope: GlucoTwin provides surveillance and risk forecasting, never automated insulin dosing or medical prescriptions.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04 / 19  |  SYSTEM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GlucoTwin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 Closed-Loop Virtual Twin Fusing Historical EHR &amp; Live Streams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Multimodal Fusion: Unifies historical EHR (labs, genetics) with dynamic physiological streams (CGM, HR, HRV, sleep, step activity).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Predictive Machine Learning: Forward-looking binary classifier predicting spikes (&gt;= 180 mg/dL within 120 min) with ROC-AUC 0.825.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Dual-Source Alert Engine: Explicitly distinguishes observed threshold violations from model-predicted future risks.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Demonstrable Simulation Workflow: Interactive +15m sensor epoch feed updates twin state and triggers live alert triage.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What-If Counterfactual Sandbox: Educational simulator modeling carbohydrate impact and exercise mitigation.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05 / 19  |  DIGITAL TWIN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Digital Twin Concept &amp; Virtual Phenotyping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Continuous State Representation of Patient Metabolic Dynamic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Static Phenotype Vector: Age, gender, diabetes subtype (T1D/T2D/Pre-diabetic), years diagnosed, weight, height, BMI.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Dynamic Telemetry Surveillance: 24-hour moving baseline anchored to the latest sensor timestamp.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1-Hour Delta Kinetics: Calculates rolling baseline excursions: ΔGlucose, ΔHeartRate, and ΔHRV against 24h baseline.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Sensor Coverage Integrity: Quantifies reading density and flags telemetry gaps (&gt; 45 min) to prevent spurious predictions.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06 / 19  |  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Multimodal Data Architecture: EHR &amp;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Unified Clinical Data Model Across 5 Diverse Cohorts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Historical EHR: Complete demographic profiles with longitudinal laboratory panels (HbA1c, Fasting Glucose, Lipids).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Genetic Susceptibility Markers: Simulated risk allele records (TCF7L2 rs7903146, PPARG Pro12Ala, KCNJ11, SLC30A8, KCNQ1).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High-Frequency Dynamic Streams: Synchronized 15-minute continuous glucose, heart rate (bpm), and HRV (RMSSD).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Polysomnography &amp; Activity: Sleep architecture stages (Deep, Light, REM, Awake) and interval vs cumulative daily step counts.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Synthetic Integrity: All synthetic records carry explicit is_synthetic=True database flags and clinical disclaimers.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07 / 19  |  FULL-STACK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System Architecture &amp; End-to-End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Decoupled Modern Stack: React 19 Frontend + FastAPI Backend + SQLite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Client Tier: React 19 Single Page Application with Tailwind/Vanilla CSS, Recharts visualizations, and dark medical aesthetic.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API Tier: FastAPI asynchronous REST services deployed on Render with strict Pydantic v2 schemas and CORS middleware.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Persistence Tier: SQLite database with indexed queries, transactional commits, and unique deduplication constraints.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Standalone Architecture Deliverable: High-resolution vector diagram available in submission/GlucoTwin_Architecture.pdf.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08 / 19  |  DATA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Multimodal Data Fusion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Disciplined Clinical &amp; Machine Learning Information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Clinical Context Stream: Historical diagnoses, lab panels, and genetic markers populate patient profiles and risk stratification.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Circadian &amp; Exertion Context: Sleep stages provide restorative baseline; step counts inform diurnal activity and What-If models.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Model Feature Matrix: 14 leak-free features extracted strictly from t &lt;= T historical lookback windows.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Scientific Integrity: Labs and genetics are displayed for clinical context but NOT forced into the ML matrix to prevent uncalibrated bias.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09 / 19  |  PREDICTIVE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Machine Learning Spike Prediction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Predicting Glycemic Excursions (&gt;= 180 mg/dL) 2 Hours Ahead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Prediction Horizon: 120 minutes forward window strictly excluding readings after prediction timestamp T.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Model Pipeline: StandardScaler fitted exclusively on training set + LogisticRegression(penalty='l2', C=1.0).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Leakage Safeguards: 2-hour purged holdout split between training and evaluation partitions prevents temporal data contamination.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Feature Explanations: Model returns exact linear feature contributions and directional risk impacts for each prediction.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10 / 19  |  EMPIRICAL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ML Model Evaluation &amp; Benchmark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Rigorous Evaluation on Held-Out Test Cohorts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Chronological Holdout (1,114 test samples): ROC-AUC 0.9445 | Accuracy 87.6% | Precision 0.645 | Recall 0.408 | F1 0.500 | Brier 0.0688 (Baseline partition: ROC-AUC 0.705).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Unseen-Patient Generalization: Cross-patient evaluation (Leave-One-Patient-Out) yields mean ROC-AUC ~0.5156 across cohorts with spikes.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Evaluation Split Distinction: Chronological holdout tests forward trajectory forecasting on known profiles; unseen evaluation tests population transfer.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Personalized vs Population Scope: Model is designed as a personalized patient trajectory predictor, not an uncalibrated universal screening tool.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11 / 19  |  FRONTEND UI /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Doctor-Facing Dashboard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Unified Clinical Cockpit for Time-Series &amp; Patient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Cohort Switching: Instant switching between 5 diverse patient personas with dynamic chart updates and zero state leakage.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Synchronized Multi-Vital Telemetry: Interactive time-series charts aligning CGM curves, heart rate, and autonomic HRV.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Historical EHR Timeline: Tabular and badge views of longitudinal lab panels and synthetic genetic susceptibility alleles.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Sleep &amp; Step Analytics: Visual hypnogram sleep stages, efficiency percentages, and 15-minute interval physical activity bars.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12 / 19  |  DEMONSTRABLE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Demonstrable Digital Twin Live Update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Interactive Simulated Sensor Feed Ingestion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Controlled Ingestion: Clinicians trigger simulated +15m sensor epochs directly from the Digital Twin panel.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Telemetry Advancement: Generates synchronized glucose, HR, HRV, and step count readings without continuous unprompted polling.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Instant Twin Recomputation: Recalculates 24h baseline vs 1h delta vectors and refreshes dashboard status tags.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Immediate Alert Triggering: Automatically evaluates clinical thresholds on incoming telemetry and updates notification badges.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13 / 19  |  CLINICAL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Clinical Alert Surveillance &amp; Simulated Pager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Two-Tier Alert Categorization with Clinician Triage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Observed Telemetry Alerts: Triggered on actual breaches: Severe Hypo (&lt;54 mg/dL), Hyper (&gt;=180 mg/dL), Severe Hyper (&gt;=250 mg/dL).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Model-Predicted Alerts: Purple brain badge alerts for upcoming 2-hour predicted spikes with risk score &gt;= 0.50.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Lifecycle Workflow: Full Active -&gt; Acknowledged -&gt; Resolved state transitions with timestamps and deduplication keys.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Simulated Clinician Pager: Demonstrates hospital triage queue routing with explicit disclaimer (External SMS/Email unconfigured).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14 / 19  |  COUNTERFACTUAL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What-If Counterfactual Sandbox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Educational Simulation of Meal Carbs &amp; Exercise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Single-Compartment Linear Heuristic: ΔG = Carbs * (0.40 * 70/weight * K_type) - Activity * 0.75 mg/dL/min.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Subtype Sensitivity Factors: Tailored factors for Type 1 (1.30), Type 2 (1.15), and Pre-diabetic (0.90) cohorts.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Mitigation Testing: Demonstrates how 30 minutes of physical activity blunts postprandial glycemic excursions.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Safety Prominence: Prominently watermarked 'SIMULATED — NOT A CLINICAL PREDICTION' with medical disclaimer.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15 / 19  | 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Automated Testing &amp; Quality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100% Passing Automated Test Suites &amp; Production Build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Backend Test Suite: 71 automated pytest unit and integration tests passing with 100% success rate.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Database Isolation: All automated tests execute on isolated in-memory SQLite (sqlite:///:memory:) protecting persistent data.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Comprehensive Coverage: Tests cover EHR endpoints, lab/genetics, sleep/steps, alert lifecycle, and ML leakage prevention.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Frontend Verification: ESLint passed with 0 errors; Vite production bundle built in 942ms without compilation issues.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16 / 19  |  DEVOPS &amp;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Deployment Architecture &amp; Production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Continuous Deployment on Vercel &amp; Render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Frontend Deployed: Vercel serverless edge network (https://gluco-twin-eta.vercel.app/) with automated production builds.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Backend Deployed: Render web service container (https://gluco-twin.onrender.com) with automated health probes.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Environment Security: All deployment secrets, API tokens, and credentials are protected; zero sensitive leaks in Git.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CORS &amp; Health Probes: Configured CORS for production domains and live /api/health monitoring endpoint.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17 / 19  |  SCIENTIFIC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Known Limitations &amp; Responsible Disclaimers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Honest Engineering Boundaries for a Research Proof-of-Concept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Synthetic Data Foundation: Clinically simulated physiological models capture diurnal patterns but cannot replicate complex biological pharmacokinetics.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Unseen-Patient Generalization Boundary: Cross-patient ROC-AUC is ~0.52 on 5 personas; model requires individual historical trajectory data to forecast.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No Medical Device Claims: GlucoTwin is an academic engineering prototype and must NOT be used for clinical diagnosis or insulin dosing.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Local Notification Demonstration: Hospital triage pagers are simulated locally; external SMS and email are intentionally unconfigured.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18 / 19  |  FUTURE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Future Roadmap: Post-Hackathon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Path Toward Clinical Validation &amp; Commercial Device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Hardware Wearable Integration: Native Bluetooth Low Energy (BLE) ingestion from Dexcom G7, FreeStyle Libre 3, and Apple Watch.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Pharmacokinetic Modeling: Differential equation modeling for insulin-on-board (IOB) decay and gastric carbohydrate absorption.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Deep Learning Architectures: Recurrent LSTM / Transformer models leveraging multi-week longitudinal telemetry.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Hospital EHR Interoperability: HL7 FHIR API connectors (SMART on FHIR) for Epic and Cerner clinical EHR integration.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19 / 19  |  SUMMARY &amp; SUBMISSION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Conclusion &amp; Hackathon Submission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 Fully Realized Multimodal Digital Twin Proof-of-Concept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7286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Deliverables Package: Standalone Architecture Diagram (PDF/SVG), Presentation Deck (PPTX/PDF), and 20-min Demo Script.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Proven Reliability: 71 backend tests passed, frontend lint clean, production build verified, and database 100% preserved.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Holistic Healthcare Vision: Demonstrates the power of continuous digital twins to transform reactive medicine into proactive health.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•  Submission Artifacts: Available in root /submission folder for comprehensive evaluator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